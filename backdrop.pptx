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51206400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42D9B-CF2B-4908-B7C5-CDEB15E53AA4}" v="236" dt="2025-08-14T12:13:45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" d="100"/>
          <a:sy n="12" d="100"/>
        </p:scale>
        <p:origin x="3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nshi Daroch" userId="9d6c4d4b58e77be8" providerId="LiveId" clId="{30442D9B-CF2B-4908-B7C5-CDEB15E53AA4}"/>
    <pc:docChg chg="undo custSel modSld modMainMaster">
      <pc:chgData name="divyanshi Daroch" userId="9d6c4d4b58e77be8" providerId="LiveId" clId="{30442D9B-CF2B-4908-B7C5-CDEB15E53AA4}" dt="2025-08-14T12:38:16.793" v="1702" actId="113"/>
      <pc:docMkLst>
        <pc:docMk/>
      </pc:docMkLst>
      <pc:sldChg chg="addSp delSp modSp mod setBg">
        <pc:chgData name="divyanshi Daroch" userId="9d6c4d4b58e77be8" providerId="LiveId" clId="{30442D9B-CF2B-4908-B7C5-CDEB15E53AA4}" dt="2025-08-14T12:38:16.793" v="1702" actId="113"/>
        <pc:sldMkLst>
          <pc:docMk/>
          <pc:sldMk cId="19589134" sldId="256"/>
        </pc:sldMkLst>
        <pc:spChg chg="add mod">
          <ac:chgData name="divyanshi Daroch" userId="9d6c4d4b58e77be8" providerId="LiveId" clId="{30442D9B-CF2B-4908-B7C5-CDEB15E53AA4}" dt="2025-08-14T12:38:16.793" v="1702" actId="113"/>
          <ac:spMkLst>
            <pc:docMk/>
            <pc:sldMk cId="19589134" sldId="256"/>
            <ac:spMk id="2" creationId="{95C5C482-EC7F-5284-F315-CFCF2B7C2145}"/>
          </ac:spMkLst>
        </pc:spChg>
        <pc:spChg chg="add mod">
          <ac:chgData name="divyanshi Daroch" userId="9d6c4d4b58e77be8" providerId="LiveId" clId="{30442D9B-CF2B-4908-B7C5-CDEB15E53AA4}" dt="2025-08-14T12:13:34.792" v="1683" actId="21"/>
          <ac:spMkLst>
            <pc:docMk/>
            <pc:sldMk cId="19589134" sldId="256"/>
            <ac:spMk id="6" creationId="{F0F28F5B-9578-9207-0583-6893EB4DEAC6}"/>
          </ac:spMkLst>
        </pc:spChg>
        <pc:spChg chg="add mod">
          <ac:chgData name="divyanshi Daroch" userId="9d6c4d4b58e77be8" providerId="LiveId" clId="{30442D9B-CF2B-4908-B7C5-CDEB15E53AA4}" dt="2025-08-12T18:54:54.941" v="1665" actId="113"/>
          <ac:spMkLst>
            <pc:docMk/>
            <pc:sldMk cId="19589134" sldId="256"/>
            <ac:spMk id="7" creationId="{11125AFE-DBAC-91F8-AF80-2279D31488ED}"/>
          </ac:spMkLst>
        </pc:spChg>
        <pc:spChg chg="add mod">
          <ac:chgData name="divyanshi Daroch" userId="9d6c4d4b58e77be8" providerId="LiveId" clId="{30442D9B-CF2B-4908-B7C5-CDEB15E53AA4}" dt="2025-08-14T12:13:18.934" v="1680" actId="21"/>
          <ac:spMkLst>
            <pc:docMk/>
            <pc:sldMk cId="19589134" sldId="256"/>
            <ac:spMk id="8" creationId="{3EA20CF2-F8CF-118C-E69A-D4D2D3B47E62}"/>
          </ac:spMkLst>
        </pc:spChg>
        <pc:spChg chg="add mod">
          <ac:chgData name="divyanshi Daroch" userId="9d6c4d4b58e77be8" providerId="LiveId" clId="{30442D9B-CF2B-4908-B7C5-CDEB15E53AA4}" dt="2025-08-12T18:55:08.604" v="1668" actId="113"/>
          <ac:spMkLst>
            <pc:docMk/>
            <pc:sldMk cId="19589134" sldId="256"/>
            <ac:spMk id="9" creationId="{37EF0538-E301-9996-8F8F-A2DB554BA465}"/>
          </ac:spMkLst>
        </pc:spChg>
        <pc:spChg chg="add mod">
          <ac:chgData name="divyanshi Daroch" userId="9d6c4d4b58e77be8" providerId="LiveId" clId="{30442D9B-CF2B-4908-B7C5-CDEB15E53AA4}" dt="2025-08-12T18:16:12.028" v="1088" actId="1076"/>
          <ac:spMkLst>
            <pc:docMk/>
            <pc:sldMk cId="19589134" sldId="256"/>
            <ac:spMk id="10" creationId="{962646AC-4962-8CB6-BD04-03107CEB83F9}"/>
          </ac:spMkLst>
        </pc:spChg>
        <pc:spChg chg="add mod">
          <ac:chgData name="divyanshi Daroch" userId="9d6c4d4b58e77be8" providerId="LiveId" clId="{30442D9B-CF2B-4908-B7C5-CDEB15E53AA4}" dt="2025-08-12T18:16:15.842" v="1089" actId="1076"/>
          <ac:spMkLst>
            <pc:docMk/>
            <pc:sldMk cId="19589134" sldId="256"/>
            <ac:spMk id="11" creationId="{2C4160D0-A1FF-8FF7-71DA-8981EDA1DC68}"/>
          </ac:spMkLst>
        </pc:spChg>
        <pc:spChg chg="add mod">
          <ac:chgData name="divyanshi Daroch" userId="9d6c4d4b58e77be8" providerId="LiveId" clId="{30442D9B-CF2B-4908-B7C5-CDEB15E53AA4}" dt="2025-08-12T18:16:07.089" v="1087" actId="1076"/>
          <ac:spMkLst>
            <pc:docMk/>
            <pc:sldMk cId="19589134" sldId="256"/>
            <ac:spMk id="12" creationId="{1B59C071-7B7F-F94D-2EA6-E026ED049A4F}"/>
          </ac:spMkLst>
        </pc:spChg>
        <pc:spChg chg="add mod">
          <ac:chgData name="divyanshi Daroch" userId="9d6c4d4b58e77be8" providerId="LiveId" clId="{30442D9B-CF2B-4908-B7C5-CDEB15E53AA4}" dt="2025-08-12T18:16:02.363" v="1086" actId="1076"/>
          <ac:spMkLst>
            <pc:docMk/>
            <pc:sldMk cId="19589134" sldId="256"/>
            <ac:spMk id="13" creationId="{F018DC82-D3DD-0490-601F-9D9200B22720}"/>
          </ac:spMkLst>
        </pc:spChg>
        <pc:spChg chg="add mod">
          <ac:chgData name="divyanshi Daroch" userId="9d6c4d4b58e77be8" providerId="LiveId" clId="{30442D9B-CF2B-4908-B7C5-CDEB15E53AA4}" dt="2025-08-12T18:15:59.613" v="1085" actId="1076"/>
          <ac:spMkLst>
            <pc:docMk/>
            <pc:sldMk cId="19589134" sldId="256"/>
            <ac:spMk id="15" creationId="{B13413E2-606B-3E58-E88E-51E946E34685}"/>
          </ac:spMkLst>
        </pc:spChg>
        <pc:spChg chg="add mod">
          <ac:chgData name="divyanshi Daroch" userId="9d6c4d4b58e77be8" providerId="LiveId" clId="{30442D9B-CF2B-4908-B7C5-CDEB15E53AA4}" dt="2025-08-12T18:54:21.871" v="1660" actId="113"/>
          <ac:spMkLst>
            <pc:docMk/>
            <pc:sldMk cId="19589134" sldId="256"/>
            <ac:spMk id="31" creationId="{809666B8-2CF1-4F4C-510D-480DBE076342}"/>
          </ac:spMkLst>
        </pc:spChg>
        <pc:spChg chg="add mod">
          <ac:chgData name="divyanshi Daroch" userId="9d6c4d4b58e77be8" providerId="LiveId" clId="{30442D9B-CF2B-4908-B7C5-CDEB15E53AA4}" dt="2025-08-12T18:54:36.299" v="1662" actId="207"/>
          <ac:spMkLst>
            <pc:docMk/>
            <pc:sldMk cId="19589134" sldId="256"/>
            <ac:spMk id="32" creationId="{0E54A053-F9AD-7049-B9F1-2E28C677AB82}"/>
          </ac:spMkLst>
        </pc:spChg>
        <pc:graphicFrameChg chg="add mod modGraphic">
          <ac:chgData name="divyanshi Daroch" userId="9d6c4d4b58e77be8" providerId="LiveId" clId="{30442D9B-CF2B-4908-B7C5-CDEB15E53AA4}" dt="2025-08-14T12:38:10.303" v="1701" actId="1076"/>
          <ac:graphicFrameMkLst>
            <pc:docMk/>
            <pc:sldMk cId="19589134" sldId="256"/>
            <ac:graphicFrameMk id="4" creationId="{8D6309C7-13E3-C5E7-5F8F-D468FAE07574}"/>
          </ac:graphicFrameMkLst>
        </pc:graphicFrameChg>
        <pc:picChg chg="add mod">
          <ac:chgData name="divyanshi Daroch" userId="9d6c4d4b58e77be8" providerId="LiveId" clId="{30442D9B-CF2B-4908-B7C5-CDEB15E53AA4}" dt="2025-08-12T18:40:19.614" v="1594" actId="339"/>
          <ac:picMkLst>
            <pc:docMk/>
            <pc:sldMk cId="19589134" sldId="256"/>
            <ac:picMk id="30" creationId="{3AC3CD39-F0EA-BC85-7145-22BD3D8D24CE}"/>
          </ac:picMkLst>
        </pc:picChg>
        <pc:picChg chg="add mod">
          <ac:chgData name="divyanshi Daroch" userId="9d6c4d4b58e77be8" providerId="LiveId" clId="{30442D9B-CF2B-4908-B7C5-CDEB15E53AA4}" dt="2025-08-13T15:25:41.604" v="1679" actId="14100"/>
          <ac:picMkLst>
            <pc:docMk/>
            <pc:sldMk cId="19589134" sldId="256"/>
            <ac:picMk id="37" creationId="{6BDB05C7-2022-BC7A-E25C-85D1AE52BB26}"/>
          </ac:picMkLst>
        </pc:picChg>
        <pc:cxnChg chg="add mod">
          <ac:chgData name="divyanshi Daroch" userId="9d6c4d4b58e77be8" providerId="LiveId" clId="{30442D9B-CF2B-4908-B7C5-CDEB15E53AA4}" dt="2025-08-12T18:16:56.912" v="1093" actId="14100"/>
          <ac:cxnSpMkLst>
            <pc:docMk/>
            <pc:sldMk cId="19589134" sldId="256"/>
            <ac:cxnSpMk id="17" creationId="{EE2C0A24-99A7-637B-16A6-95DDE8C05917}"/>
          </ac:cxnSpMkLst>
        </pc:cxnChg>
        <pc:cxnChg chg="add mod">
          <ac:chgData name="divyanshi Daroch" userId="9d6c4d4b58e77be8" providerId="LiveId" clId="{30442D9B-CF2B-4908-B7C5-CDEB15E53AA4}" dt="2025-08-12T18:17:53.694" v="1101" actId="13822"/>
          <ac:cxnSpMkLst>
            <pc:docMk/>
            <pc:sldMk cId="19589134" sldId="256"/>
            <ac:cxnSpMk id="22" creationId="{BC90381C-99E9-079D-BA8B-831D1A503881}"/>
          </ac:cxnSpMkLst>
        </pc:cxnChg>
        <pc:cxnChg chg="add mod">
          <ac:chgData name="divyanshi Daroch" userId="9d6c4d4b58e77be8" providerId="LiveId" clId="{30442D9B-CF2B-4908-B7C5-CDEB15E53AA4}" dt="2025-08-12T18:18:09.998" v="1103" actId="13822"/>
          <ac:cxnSpMkLst>
            <pc:docMk/>
            <pc:sldMk cId="19589134" sldId="256"/>
            <ac:cxnSpMk id="24" creationId="{7DADFA15-B749-8DB0-7910-5F044290D5A4}"/>
          </ac:cxnSpMkLst>
        </pc:cxnChg>
        <pc:cxnChg chg="add mod">
          <ac:chgData name="divyanshi Daroch" userId="9d6c4d4b58e77be8" providerId="LiveId" clId="{30442D9B-CF2B-4908-B7C5-CDEB15E53AA4}" dt="2025-08-12T18:18:22.250" v="1105" actId="13822"/>
          <ac:cxnSpMkLst>
            <pc:docMk/>
            <pc:sldMk cId="19589134" sldId="256"/>
            <ac:cxnSpMk id="26" creationId="{11488CB1-0C5A-85D1-DEC5-BF6A0165C5DD}"/>
          </ac:cxnSpMkLst>
        </pc:cxnChg>
      </pc:sldChg>
      <pc:sldMasterChg chg="modSp setBg modSldLayout">
        <pc:chgData name="divyanshi Daroch" userId="9d6c4d4b58e77be8" providerId="LiveId" clId="{30442D9B-CF2B-4908-B7C5-CDEB15E53AA4}" dt="2025-08-12T17:42:41.158" v="208"/>
        <pc:sldMasterMkLst>
          <pc:docMk/>
          <pc:sldMasterMk cId="3437173799" sldId="2147483660"/>
        </pc:sldMasterMkLst>
        <pc:sldLayoutChg chg="modSp setBg">
          <pc:chgData name="divyanshi Daroch" userId="9d6c4d4b58e77be8" providerId="LiveId" clId="{30442D9B-CF2B-4908-B7C5-CDEB15E53AA4}" dt="2025-08-12T17:42:41.158" v="208"/>
          <pc:sldLayoutMkLst>
            <pc:docMk/>
            <pc:sldMasterMk cId="3437173799" sldId="2147483660"/>
            <pc:sldLayoutMk cId="3801097057" sldId="2147483661"/>
          </pc:sldLayoutMkLst>
        </pc:sldLayoutChg>
        <pc:sldLayoutChg chg="setBg">
          <pc:chgData name="divyanshi Daroch" userId="9d6c4d4b58e77be8" providerId="LiveId" clId="{30442D9B-CF2B-4908-B7C5-CDEB15E53AA4}" dt="2025-08-12T17:25:27.809" v="203"/>
          <pc:sldLayoutMkLst>
            <pc:docMk/>
            <pc:sldMasterMk cId="3437173799" sldId="2147483660"/>
            <pc:sldLayoutMk cId="2869647166" sldId="2147483662"/>
          </pc:sldLayoutMkLst>
        </pc:sldLayoutChg>
        <pc:sldLayoutChg chg="modSp setBg">
          <pc:chgData name="divyanshi Daroch" userId="9d6c4d4b58e77be8" providerId="LiveId" clId="{30442D9B-CF2B-4908-B7C5-CDEB15E53AA4}" dt="2025-08-12T17:42:41.158" v="208"/>
          <pc:sldLayoutMkLst>
            <pc:docMk/>
            <pc:sldMasterMk cId="3437173799" sldId="2147483660"/>
            <pc:sldLayoutMk cId="3225697846" sldId="2147483663"/>
          </pc:sldLayoutMkLst>
        </pc:sldLayoutChg>
        <pc:sldLayoutChg chg="modSp setBg">
          <pc:chgData name="divyanshi Daroch" userId="9d6c4d4b58e77be8" providerId="LiveId" clId="{30442D9B-CF2B-4908-B7C5-CDEB15E53AA4}" dt="2025-08-12T17:42:41.158" v="208"/>
          <pc:sldLayoutMkLst>
            <pc:docMk/>
            <pc:sldMasterMk cId="3437173799" sldId="2147483660"/>
            <pc:sldLayoutMk cId="911268473" sldId="2147483664"/>
          </pc:sldLayoutMkLst>
        </pc:sldLayoutChg>
        <pc:sldLayoutChg chg="modSp setBg">
          <pc:chgData name="divyanshi Daroch" userId="9d6c4d4b58e77be8" providerId="LiveId" clId="{30442D9B-CF2B-4908-B7C5-CDEB15E53AA4}" dt="2025-08-12T17:42:41.158" v="208"/>
          <pc:sldLayoutMkLst>
            <pc:docMk/>
            <pc:sldMasterMk cId="3437173799" sldId="2147483660"/>
            <pc:sldLayoutMk cId="2715647851" sldId="2147483665"/>
          </pc:sldLayoutMkLst>
        </pc:sldLayoutChg>
        <pc:sldLayoutChg chg="setBg">
          <pc:chgData name="divyanshi Daroch" userId="9d6c4d4b58e77be8" providerId="LiveId" clId="{30442D9B-CF2B-4908-B7C5-CDEB15E53AA4}" dt="2025-08-12T17:25:27.809" v="203"/>
          <pc:sldLayoutMkLst>
            <pc:docMk/>
            <pc:sldMasterMk cId="3437173799" sldId="2147483660"/>
            <pc:sldLayoutMk cId="4112180246" sldId="2147483666"/>
          </pc:sldLayoutMkLst>
        </pc:sldLayoutChg>
        <pc:sldLayoutChg chg="setBg">
          <pc:chgData name="divyanshi Daroch" userId="9d6c4d4b58e77be8" providerId="LiveId" clId="{30442D9B-CF2B-4908-B7C5-CDEB15E53AA4}" dt="2025-08-12T17:25:27.809" v="203"/>
          <pc:sldLayoutMkLst>
            <pc:docMk/>
            <pc:sldMasterMk cId="3437173799" sldId="2147483660"/>
            <pc:sldLayoutMk cId="1598079766" sldId="2147483667"/>
          </pc:sldLayoutMkLst>
        </pc:sldLayoutChg>
        <pc:sldLayoutChg chg="modSp setBg">
          <pc:chgData name="divyanshi Daroch" userId="9d6c4d4b58e77be8" providerId="LiveId" clId="{30442D9B-CF2B-4908-B7C5-CDEB15E53AA4}" dt="2025-08-12T17:42:41.158" v="208"/>
          <pc:sldLayoutMkLst>
            <pc:docMk/>
            <pc:sldMasterMk cId="3437173799" sldId="2147483660"/>
            <pc:sldLayoutMk cId="2369475626" sldId="2147483668"/>
          </pc:sldLayoutMkLst>
        </pc:sldLayoutChg>
        <pc:sldLayoutChg chg="modSp setBg">
          <pc:chgData name="divyanshi Daroch" userId="9d6c4d4b58e77be8" providerId="LiveId" clId="{30442D9B-CF2B-4908-B7C5-CDEB15E53AA4}" dt="2025-08-12T17:42:41.158" v="208"/>
          <pc:sldLayoutMkLst>
            <pc:docMk/>
            <pc:sldMasterMk cId="3437173799" sldId="2147483660"/>
            <pc:sldLayoutMk cId="4149043516" sldId="2147483669"/>
          </pc:sldLayoutMkLst>
        </pc:sldLayoutChg>
        <pc:sldLayoutChg chg="setBg">
          <pc:chgData name="divyanshi Daroch" userId="9d6c4d4b58e77be8" providerId="LiveId" clId="{30442D9B-CF2B-4908-B7C5-CDEB15E53AA4}" dt="2025-08-12T17:25:27.809" v="203"/>
          <pc:sldLayoutMkLst>
            <pc:docMk/>
            <pc:sldMasterMk cId="3437173799" sldId="2147483660"/>
            <pc:sldLayoutMk cId="3376020702" sldId="2147483670"/>
          </pc:sldLayoutMkLst>
        </pc:sldLayoutChg>
        <pc:sldLayoutChg chg="modSp setBg">
          <pc:chgData name="divyanshi Daroch" userId="9d6c4d4b58e77be8" providerId="LiveId" clId="{30442D9B-CF2B-4908-B7C5-CDEB15E53AA4}" dt="2025-08-12T17:42:41.158" v="208"/>
          <pc:sldLayoutMkLst>
            <pc:docMk/>
            <pc:sldMasterMk cId="3437173799" sldId="2147483660"/>
            <pc:sldLayoutMk cId="205882533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7E8F-5F64-4C49-9EAE-37B49A5C6428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00200" y="1143000"/>
            <a:ext cx="3657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BEAB4-524E-4D71-874D-A106DB7C71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08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BEAB4-524E-4D71-874D-A106DB7C71A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4250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7070108"/>
            <a:ext cx="43525440" cy="15040222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2690338"/>
            <a:ext cx="38404800" cy="10430151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579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565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10770172"/>
            <a:ext cx="44165520" cy="17970262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28910440"/>
            <a:ext cx="44165520" cy="945013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>
                    <a:tint val="82000"/>
                  </a:schemeClr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82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82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012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1500170"/>
            <a:ext cx="21762720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1500170"/>
            <a:ext cx="21762720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902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300044"/>
            <a:ext cx="44165520" cy="8350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10590160"/>
            <a:ext cx="21662704" cy="5190073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5780233"/>
            <a:ext cx="21662704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10590160"/>
            <a:ext cx="21769390" cy="5190073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5780233"/>
            <a:ext cx="21769390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073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121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443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880042"/>
            <a:ext cx="16515397" cy="10080149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6220102"/>
            <a:ext cx="25923240" cy="30700453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2960191"/>
            <a:ext cx="16515397" cy="24010358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08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880042"/>
            <a:ext cx="16515397" cy="10080149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6220102"/>
            <a:ext cx="25923240" cy="30700453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2960191"/>
            <a:ext cx="16515397" cy="24010358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697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484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300034"/>
            <a:ext cx="11041380" cy="36610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300034"/>
            <a:ext cx="32484060" cy="36610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883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300044"/>
            <a:ext cx="44165520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1500170"/>
            <a:ext cx="44165520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40040601"/>
            <a:ext cx="115214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863AB-C2BC-4EFE-A8A8-D6A636CF764C}" type="datetimeFigureOut">
              <a:rPr lang="en-CA" smtClean="0"/>
              <a:t>2025-08-14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40040601"/>
            <a:ext cx="172821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40040601"/>
            <a:ext cx="115214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6A31C-4C8B-437C-87D6-C7AA35AF52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515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6309C7-13E3-C5E7-5F8F-D468FAE07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08764"/>
              </p:ext>
            </p:extLst>
          </p:nvPr>
        </p:nvGraphicFramePr>
        <p:xfrm>
          <a:off x="-41710709" y="0"/>
          <a:ext cx="101006032" cy="438365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893847">
                  <a:extLst>
                    <a:ext uri="{9D8B030D-6E8A-4147-A177-3AD203B41FA5}">
                      <a16:colId xmlns:a16="http://schemas.microsoft.com/office/drawing/2014/main" val="1535801803"/>
                    </a:ext>
                  </a:extLst>
                </a:gridCol>
                <a:gridCol w="40522977">
                  <a:extLst>
                    <a:ext uri="{9D8B030D-6E8A-4147-A177-3AD203B41FA5}">
                      <a16:colId xmlns:a16="http://schemas.microsoft.com/office/drawing/2014/main" val="3743550652"/>
                    </a:ext>
                  </a:extLst>
                </a:gridCol>
                <a:gridCol w="30589208">
                  <a:extLst>
                    <a:ext uri="{9D8B030D-6E8A-4147-A177-3AD203B41FA5}">
                      <a16:colId xmlns:a16="http://schemas.microsoft.com/office/drawing/2014/main" val="2697126958"/>
                    </a:ext>
                  </a:extLst>
                </a:gridCol>
              </a:tblGrid>
              <a:tr h="43836552">
                <a:tc>
                  <a:txBody>
                    <a:bodyPr/>
                    <a:lstStyle/>
                    <a:p>
                      <a:endParaRPr lang="en-CA" sz="3800" dirty="0"/>
                    </a:p>
                  </a:txBody>
                  <a:tcPr marL="80010" marR="80010" marT="40005" marB="4000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3800" dirty="0"/>
                    </a:p>
                    <a:p>
                      <a:endParaRPr lang="en-CA" sz="3800" dirty="0"/>
                    </a:p>
                  </a:txBody>
                  <a:tcPr marL="80010" marR="80010" marT="40005" marB="4000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9600" dirty="0"/>
                    </a:p>
                    <a:p>
                      <a:pPr algn="just">
                        <a:defRPr sz="1400" b="1">
                          <a:solidFill>
                            <a:srgbClr val="FFD700"/>
                          </a:solidFill>
                        </a:defRPr>
                      </a:pPr>
                      <a:r>
                        <a:rPr lang="en-CA" sz="800" dirty="0"/>
                        <a:t>📌</a:t>
                      </a:r>
                      <a:r>
                        <a:rPr lang="en-CA" sz="8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Project Description</a:t>
                      </a:r>
                    </a:p>
                    <a:p>
                      <a:pPr algn="just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 lang="en-CA" sz="8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system is a Raspberry Pi–based smart door security solution integrating 👁️ face recognition with IR LED blink detection and 🌡️ temperature spoof check, 🔑 fingerprint verification, and ⌨️ keypad password entry. The triple authentication ensures high-level security, while ☁️ cloud logging provides real-time monitoring and alerts for unauthorized access.</a:t>
                      </a:r>
                    </a:p>
                    <a:p>
                      <a:endParaRPr lang="en-CA" sz="3800" dirty="0"/>
                    </a:p>
                  </a:txBody>
                  <a:tcPr marL="80010" marR="80010" marT="40005" marB="4000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0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F28F5B-9578-9207-0583-6893EB4DEAC6}"/>
              </a:ext>
            </a:extLst>
          </p:cNvPr>
          <p:cNvSpPr txBox="1"/>
          <p:nvPr/>
        </p:nvSpPr>
        <p:spPr>
          <a:xfrm>
            <a:off x="-7385539" y="2916428"/>
            <a:ext cx="1477107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Triple Authentication Door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25AFE-DBAC-91F8-AF80-2279D31488ED}"/>
              </a:ext>
            </a:extLst>
          </p:cNvPr>
          <p:cNvSpPr txBox="1"/>
          <p:nvPr/>
        </p:nvSpPr>
        <p:spPr>
          <a:xfrm>
            <a:off x="-3798277" y="14563279"/>
            <a:ext cx="25181169" cy="2009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CA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triple authentication door- security system combining face recognition with IR LED blink detection and temperature spoof check.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CA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authentication via an R307 sensor, and Keypad password entry.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CA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 must pass all three layers of authentication.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CA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logging- implemented, a confirmation of a secure and additional layer of security during an unauthorized access.</a:t>
            </a:r>
          </a:p>
          <a:p>
            <a:endParaRPr lang="en-CA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20CF2-F8CF-118C-E69A-D4D2D3B47E62}"/>
              </a:ext>
            </a:extLst>
          </p:cNvPr>
          <p:cNvSpPr txBox="1"/>
          <p:nvPr/>
        </p:nvSpPr>
        <p:spPr>
          <a:xfrm>
            <a:off x="10832122" y="38791932"/>
            <a:ext cx="1807698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Info.: divudaroch67@gmail.com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F0538-E301-9996-8F8F-A2DB554BA465}"/>
              </a:ext>
            </a:extLst>
          </p:cNvPr>
          <p:cNvSpPr txBox="1"/>
          <p:nvPr/>
        </p:nvSpPr>
        <p:spPr>
          <a:xfrm>
            <a:off x="-38954084" y="3446586"/>
            <a:ext cx="8267007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2646AC-4962-8CB6-BD04-03107CEB83F9}"/>
              </a:ext>
            </a:extLst>
          </p:cNvPr>
          <p:cNvSpPr/>
          <p:nvPr/>
        </p:nvSpPr>
        <p:spPr>
          <a:xfrm>
            <a:off x="-36435323" y="6611816"/>
            <a:ext cx="6611815" cy="414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MLX90614 Temperature Sensor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4160D0-A1FF-8FF7-71DA-8981EDA1DC68}"/>
              </a:ext>
            </a:extLst>
          </p:cNvPr>
          <p:cNvSpPr/>
          <p:nvPr/>
        </p:nvSpPr>
        <p:spPr>
          <a:xfrm>
            <a:off x="-26236246" y="6473755"/>
            <a:ext cx="10621107" cy="414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Detection+ Blink Detection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59C071-7B7F-F94D-2EA6-E026ED049A4F}"/>
              </a:ext>
            </a:extLst>
          </p:cNvPr>
          <p:cNvSpPr/>
          <p:nvPr/>
        </p:nvSpPr>
        <p:spPr>
          <a:xfrm>
            <a:off x="-20925692" y="14352263"/>
            <a:ext cx="8229600" cy="3446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Sensor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8DC82-D3DD-0490-601F-9D9200B22720}"/>
              </a:ext>
            </a:extLst>
          </p:cNvPr>
          <p:cNvSpPr/>
          <p:nvPr/>
        </p:nvSpPr>
        <p:spPr>
          <a:xfrm>
            <a:off x="-29049785" y="14563279"/>
            <a:ext cx="5978770" cy="295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Keypad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3413E2-606B-3E58-E88E-51E946E34685}"/>
              </a:ext>
            </a:extLst>
          </p:cNvPr>
          <p:cNvSpPr/>
          <p:nvPr/>
        </p:nvSpPr>
        <p:spPr>
          <a:xfrm>
            <a:off x="-38954084" y="13786338"/>
            <a:ext cx="7121581" cy="5416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and Solenoid Lock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2C0A24-99A7-637B-16A6-95DDE8C05917}"/>
              </a:ext>
            </a:extLst>
          </p:cNvPr>
          <p:cNvCxnSpPr>
            <a:cxnSpLocks/>
          </p:cNvCxnSpPr>
          <p:nvPr/>
        </p:nvCxnSpPr>
        <p:spPr>
          <a:xfrm>
            <a:off x="-29823508" y="8686800"/>
            <a:ext cx="3763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90381C-99E9-079D-BA8B-831D1A503881}"/>
              </a:ext>
            </a:extLst>
          </p:cNvPr>
          <p:cNvCxnSpPr/>
          <p:nvPr/>
        </p:nvCxnSpPr>
        <p:spPr>
          <a:xfrm>
            <a:off x="-18217662" y="10623724"/>
            <a:ext cx="0" cy="3728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ADFA15-B749-8DB0-7910-5F044290D5A4}"/>
              </a:ext>
            </a:extLst>
          </p:cNvPr>
          <p:cNvCxnSpPr/>
          <p:nvPr/>
        </p:nvCxnSpPr>
        <p:spPr>
          <a:xfrm flipH="1">
            <a:off x="-23071015" y="16075555"/>
            <a:ext cx="2145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488CB1-0C5A-85D1-DEC5-BF6A0165C5DD}"/>
              </a:ext>
            </a:extLst>
          </p:cNvPr>
          <p:cNvCxnSpPr>
            <a:stCxn id="13" idx="1"/>
          </p:cNvCxnSpPr>
          <p:nvPr/>
        </p:nvCxnSpPr>
        <p:spPr>
          <a:xfrm flipH="1">
            <a:off x="-31832503" y="16040387"/>
            <a:ext cx="2782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Picture 29" descr="A person using a fingerprint scanner&#10;&#10;AI-generated content may be incorrect.">
            <a:extLst>
              <a:ext uri="{FF2B5EF4-FFF2-40B4-BE49-F238E27FC236}">
                <a16:creationId xmlns:a16="http://schemas.microsoft.com/office/drawing/2014/main" id="{3AC3CD39-F0EA-BC85-7145-22BD3D8D2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32121" y="1735016"/>
            <a:ext cx="17443935" cy="1162929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09666B8-2CF1-4F4C-510D-480DBE076342}"/>
              </a:ext>
            </a:extLst>
          </p:cNvPr>
          <p:cNvSpPr txBox="1"/>
          <p:nvPr/>
        </p:nvSpPr>
        <p:spPr>
          <a:xfrm>
            <a:off x="31933663" y="13929631"/>
            <a:ext cx="25814214" cy="1709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CA" sz="8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CA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offers a high level of security combining with these methods for securing access.</a:t>
            </a:r>
          </a:p>
          <a:p>
            <a:pPr algn="just"/>
            <a:endParaRPr lang="en-CA" sz="8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CA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pPr algn="just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successfully implemented a robust method for securing the door.</a:t>
            </a:r>
          </a:p>
          <a:p>
            <a:pPr algn="just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system’s effectiveness in three combined methods.</a:t>
            </a:r>
          </a:p>
          <a:p>
            <a:pPr algn="just"/>
            <a:endParaRPr lang="en-CA" sz="8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CA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algn="just"/>
            <a:r>
              <a:rPr lang="en-CA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integrated section of the systems using a dedicated mobile app, using AWS database, using weight sensor etc.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54A053-F9AD-7049-B9F1-2E28C677AB82}"/>
              </a:ext>
            </a:extLst>
          </p:cNvPr>
          <p:cNvSpPr/>
          <p:nvPr/>
        </p:nvSpPr>
        <p:spPr>
          <a:xfrm>
            <a:off x="31933663" y="35540822"/>
            <a:ext cx="25814214" cy="71745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defTabSz="5120640">
              <a:defRPr/>
            </a:pPr>
            <a:r>
              <a:rPr lang="en-US" sz="8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Acknowledgement: </a:t>
            </a:r>
            <a:r>
              <a:rPr lang="en-US" sz="8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would like to thank my professors, peers, and family for their valuable guidance and support throughout this project.</a:t>
            </a:r>
          </a:p>
        </p:txBody>
      </p:sp>
      <p:pic>
        <p:nvPicPr>
          <p:cNvPr id="37" name="Picture 36" descr="A wooden box with a keypad&#10;&#10;AI-generated content may be incorrect.">
            <a:extLst>
              <a:ext uri="{FF2B5EF4-FFF2-40B4-BE49-F238E27FC236}">
                <a16:creationId xmlns:a16="http://schemas.microsoft.com/office/drawing/2014/main" id="{6BDB05C7-2022-BC7A-E25C-85D1AE52B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39086" y="21738403"/>
            <a:ext cx="16921424" cy="197619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C5C482-EC7F-5284-F315-CFCF2B7C2145}"/>
              </a:ext>
            </a:extLst>
          </p:cNvPr>
          <p:cNvSpPr txBox="1"/>
          <p:nvPr/>
        </p:nvSpPr>
        <p:spPr>
          <a:xfrm>
            <a:off x="-3381273" y="10300558"/>
            <a:ext cx="10480754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Divyanshi Daroch</a:t>
            </a:r>
          </a:p>
          <a:p>
            <a:endParaRPr lang="en-CA" sz="8500" dirty="0"/>
          </a:p>
        </p:txBody>
      </p:sp>
    </p:spTree>
    <p:extLst>
      <p:ext uri="{BB962C8B-B14F-4D97-AF65-F5344CB8AC3E}">
        <p14:creationId xmlns:p14="http://schemas.microsoft.com/office/powerpoint/2010/main" val="1958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1350</TotalTime>
  <Words>239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Daroch</dc:creator>
  <cp:lastModifiedBy>divyanshi Daroch</cp:lastModifiedBy>
  <cp:revision>1</cp:revision>
  <dcterms:created xsi:type="dcterms:W3CDTF">2025-08-12T17:21:10Z</dcterms:created>
  <dcterms:modified xsi:type="dcterms:W3CDTF">2025-08-14T12:38:18Z</dcterms:modified>
</cp:coreProperties>
</file>